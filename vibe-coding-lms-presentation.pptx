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video" Target="../media/media-1-2.mp4"/><Relationship Id="rId3" Type="http://schemas.microsoft.com/office/2007/relationships/media" Target="../media/media-1-2.mp4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Cover animated LMS visual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6988969" y="2047875"/>
            <a:ext cx="4593431" cy="37147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Sensio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Vibe Coding untuk Membuat LMS Sederhana</dc:title>
  <dc:subject>Vibe Coding LMS</dc:subject>
  <dc:creator>Sensio</dc:creator>
  <cp:lastModifiedBy>Sensio</cp:lastModifiedBy>
  <cp:revision>1</cp:revision>
  <dcterms:created xsi:type="dcterms:W3CDTF">2026-08-26T02:25:03Z</dcterms:created>
  <dcterms:modified xsi:type="dcterms:W3CDTF">2026-08-26T02:25:03Z</dcterms:modified>
</cp:coreProperties>
</file>